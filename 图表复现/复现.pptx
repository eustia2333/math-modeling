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5D6"/>
    <a:srgbClr val="68242B"/>
    <a:srgbClr val="848D9E"/>
    <a:srgbClr val="DBE2F3"/>
    <a:srgbClr val="FFEBB2"/>
    <a:srgbClr val="DA645F"/>
    <a:srgbClr val="DC635E"/>
    <a:srgbClr val="D58585"/>
    <a:srgbClr val="DA605A"/>
    <a:srgbClr val="FDC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5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48D11-D1AE-4A44-AAE6-02653AF9D5C1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23CB5-1EF2-4F50-AB98-400B450E50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08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23CB5-1EF2-4F50-AB98-400B450E501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377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DE9D2-10A9-F5F0-0FE9-354D92F16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41B33E-A717-5DFA-F19C-C7E3BBAEA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73E1B9-6EC2-F2DF-E955-B77A07120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6F07A2-B0EA-57FB-580F-3A25E832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C0A775-00C1-652C-7F6E-A1AE9620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02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B69CA-22D6-F5D2-9213-1042E827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343C04-6022-0583-56D8-29C1E47D5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A3D176-A61C-090B-62A4-169C9AA1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819FD1-BFE2-4367-951E-AF761DA5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63A664-0718-00D6-8324-8B7CE20E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45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B7FEE-3FFE-E4DA-DBD2-0FEEB592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F671B2-16A4-4EE5-A75C-CCE3DF9AE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12ED53-6F9D-BCC9-DD9A-17E7DE4C8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688E4C-0BE4-B261-AF41-538B2B38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BCD782-13F6-1B16-C875-86CD329D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9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A08102-C928-6C61-6FD7-1CA97A5B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2346B0-33CC-8DF2-9110-D5F65635D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D3DFF9-AE88-BA2E-B749-E6ABAFFC5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A906B0-116D-58FA-5F97-1A90F272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98FD9A-A09F-0680-E9A6-7DB4EDF2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703017-03A8-FE2F-3206-20D42A57E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5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E5979-8B53-1602-DD91-850D9B02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64C241-DE25-8555-BC23-02124F411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A65BDE-FCFE-6EE0-59F1-8874296E0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944FFE-0F4C-138D-2980-38F633B7A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38C73B-49C5-A57E-9C40-FC95BC8AB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CC8BEF-303C-BD00-CED1-88D1B4F1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4983B1B-905A-B401-A110-670D1456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62B3B6-E2C7-DF99-80EB-36320511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69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0E03E-EF51-DBDF-9746-1A23BA89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06D753-1237-7830-9199-582B1710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6719A1-9F38-281F-6B1C-99EA1423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B17A40-212B-357D-DF0E-B6147292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10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D8D738-ED83-D489-DE0C-7AC9D9A74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54AA28-B65E-25A2-3820-F0868687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845568-073C-6DC8-8D68-78A6B028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4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087FCB-3FBA-44EC-24D4-C70BEAFC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8ACECC-78C2-F62E-154B-1FDF3FDD3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CF408C-101C-7932-574B-063CBE53D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50E32C-9535-7856-9B10-CCED1C1E5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9E2143-C860-2580-73CD-50B69CE6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B42050-6A05-7728-C3E0-BE4597C1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29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15DAB-D1A9-CE53-5CF1-B24C87A5A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0F6AF9-B128-2037-3898-4720880C1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63D1E4-C236-C146-75FA-8EBE46EE7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486B1-9771-3BDB-3C68-D2BD8219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57251B-B137-62D2-92E0-F11EFCEFC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55A5F8-C50A-B16C-C2B5-3E915BC0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54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99D74-F666-800F-5F61-D79E9850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83D4B0-6D4B-B97A-460D-B116D58B9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7CBEF-81FD-07FD-DAB3-5A921BB1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88C02-791B-119A-65E4-4B62A07C1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A23843-B0C4-1A4E-5729-2DED52D5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759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5FDDDFB-FA4D-60B2-3A52-0B365C9A9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89E3B0-7D2C-9BDE-D5D3-3A986035A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52F89A-3718-CB1F-8893-4B563398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E1F2B9-A62D-90A7-A09C-B6630324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D22F99-A329-26E6-B82D-96F9727B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40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DE586E-1486-D0CB-549A-A3232411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BBE293-A247-FB38-AB56-7C8A658A0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FF4CAB-7C3E-BE3C-AAC5-6EB399709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FD27E-656A-4417-8945-E19A830034C2}" type="datetimeFigureOut">
              <a:rPr lang="zh-CN" altLang="en-US" smtClean="0"/>
              <a:t>2026-01-21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B455E-6E28-B9C1-8FD4-6D4091151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46AE6-1FA7-8B81-6EA9-F978C6818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68BDC-4B70-4486-B0C1-00423039A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97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4486712-6E34-8174-CF14-3BF210944933}"/>
              </a:ext>
            </a:extLst>
          </p:cNvPr>
          <p:cNvSpPr/>
          <p:nvPr/>
        </p:nvSpPr>
        <p:spPr>
          <a:xfrm>
            <a:off x="3427799" y="773251"/>
            <a:ext cx="2503860" cy="2809193"/>
          </a:xfrm>
          <a:prstGeom prst="rect">
            <a:avLst/>
          </a:prstGeom>
          <a:solidFill>
            <a:srgbClr val="FFF2CC"/>
          </a:solidFill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267E9558-9E85-CE49-2E26-FA9085EE9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928" y="0"/>
            <a:ext cx="9587883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7A6E0A6-9016-BE9A-916A-75FF1F45C9D2}"/>
              </a:ext>
            </a:extLst>
          </p:cNvPr>
          <p:cNvSpPr/>
          <p:nvPr/>
        </p:nvSpPr>
        <p:spPr>
          <a:xfrm>
            <a:off x="6013531" y="123420"/>
            <a:ext cx="5276903" cy="2181369"/>
          </a:xfrm>
          <a:prstGeom prst="rect">
            <a:avLst/>
          </a:prstGeom>
          <a:solidFill>
            <a:srgbClr val="FBDEDE"/>
          </a:solidFill>
          <a:ln>
            <a:solidFill>
              <a:srgbClr val="896E6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B3F0B7-D12E-C688-139E-761026D4FA3B}"/>
              </a:ext>
            </a:extLst>
          </p:cNvPr>
          <p:cNvSpPr/>
          <p:nvPr/>
        </p:nvSpPr>
        <p:spPr>
          <a:xfrm>
            <a:off x="3427802" y="3794110"/>
            <a:ext cx="2503860" cy="2403489"/>
          </a:xfrm>
          <a:prstGeom prst="rect">
            <a:avLst/>
          </a:prstGeom>
          <a:solidFill>
            <a:srgbClr val="E1EED9"/>
          </a:solidFill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03D721-65E8-3CF0-CAEC-FD3FCC917F2B}"/>
              </a:ext>
            </a:extLst>
          </p:cNvPr>
          <p:cNvSpPr/>
          <p:nvPr/>
        </p:nvSpPr>
        <p:spPr>
          <a:xfrm>
            <a:off x="6013530" y="2361404"/>
            <a:ext cx="5276903" cy="2235996"/>
          </a:xfrm>
          <a:prstGeom prst="rect">
            <a:avLst/>
          </a:prstGeom>
          <a:solidFill>
            <a:srgbClr val="DEEBF6"/>
          </a:solidFill>
          <a:ln>
            <a:solidFill>
              <a:srgbClr val="67727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9ED801-E9A3-DE77-D31B-3233FB5AF762}"/>
              </a:ext>
            </a:extLst>
          </p:cNvPr>
          <p:cNvSpPr/>
          <p:nvPr/>
        </p:nvSpPr>
        <p:spPr>
          <a:xfrm>
            <a:off x="6013529" y="4648144"/>
            <a:ext cx="5276903" cy="1591462"/>
          </a:xfrm>
          <a:prstGeom prst="rect">
            <a:avLst/>
          </a:prstGeom>
          <a:solidFill>
            <a:srgbClr val="DBE2F3"/>
          </a:solidFill>
          <a:ln>
            <a:solidFill>
              <a:srgbClr val="848D9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DC1245-E0F0-541B-200A-06C7CF1E1CF1}"/>
              </a:ext>
            </a:extLst>
          </p:cNvPr>
          <p:cNvSpPr/>
          <p:nvPr/>
        </p:nvSpPr>
        <p:spPr>
          <a:xfrm>
            <a:off x="6227545" y="308008"/>
            <a:ext cx="3137836" cy="1703672"/>
          </a:xfrm>
          <a:prstGeom prst="rect">
            <a:avLst/>
          </a:prstGeom>
          <a:solidFill>
            <a:srgbClr val="FCCDCF"/>
          </a:solidFill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CC6791-A6BF-401F-16EF-1ED576DBA4A5}"/>
              </a:ext>
            </a:extLst>
          </p:cNvPr>
          <p:cNvSpPr/>
          <p:nvPr/>
        </p:nvSpPr>
        <p:spPr>
          <a:xfrm>
            <a:off x="9579395" y="308008"/>
            <a:ext cx="1246527" cy="1703672"/>
          </a:xfrm>
          <a:prstGeom prst="rect">
            <a:avLst/>
          </a:prstGeom>
          <a:solidFill>
            <a:srgbClr val="FCCDCF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627F79-A384-A59B-0A4C-0F160A02E3B7}"/>
              </a:ext>
            </a:extLst>
          </p:cNvPr>
          <p:cNvSpPr/>
          <p:nvPr/>
        </p:nvSpPr>
        <p:spPr>
          <a:xfrm>
            <a:off x="6227545" y="2723283"/>
            <a:ext cx="1431760" cy="1538837"/>
          </a:xfrm>
          <a:prstGeom prst="rect">
            <a:avLst/>
          </a:prstGeom>
          <a:solidFill>
            <a:srgbClr val="CCE2F1"/>
          </a:solidFill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489FEA-65C9-39C4-EC09-A7B90F27CD03}"/>
              </a:ext>
            </a:extLst>
          </p:cNvPr>
          <p:cNvSpPr/>
          <p:nvPr/>
        </p:nvSpPr>
        <p:spPr>
          <a:xfrm>
            <a:off x="8372960" y="2467404"/>
            <a:ext cx="1559858" cy="163175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05F542C-3765-D95E-C14E-0F502EAF138B}"/>
              </a:ext>
            </a:extLst>
          </p:cNvPr>
          <p:cNvSpPr/>
          <p:nvPr/>
        </p:nvSpPr>
        <p:spPr>
          <a:xfrm>
            <a:off x="8287043" y="2529598"/>
            <a:ext cx="1559858" cy="163175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9515AC-41B6-2F8D-0EC9-33EB19F35292}"/>
              </a:ext>
            </a:extLst>
          </p:cNvPr>
          <p:cNvSpPr/>
          <p:nvPr/>
        </p:nvSpPr>
        <p:spPr>
          <a:xfrm>
            <a:off x="8209673" y="2585329"/>
            <a:ext cx="1559858" cy="163175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E14B6A1-F83B-FA30-5574-B6C7C9EE0A2E}"/>
              </a:ext>
            </a:extLst>
          </p:cNvPr>
          <p:cNvSpPr/>
          <p:nvPr/>
        </p:nvSpPr>
        <p:spPr>
          <a:xfrm>
            <a:off x="8119307" y="2641060"/>
            <a:ext cx="1559858" cy="163175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0DD306B-9A6F-2550-CFEC-8046F4654310}"/>
              </a:ext>
            </a:extLst>
          </p:cNvPr>
          <p:cNvSpPr/>
          <p:nvPr/>
        </p:nvSpPr>
        <p:spPr>
          <a:xfrm>
            <a:off x="8028941" y="2703254"/>
            <a:ext cx="1559858" cy="163175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2F2E81C5-219F-1773-2DA9-3EFE387C73AB}"/>
              </a:ext>
            </a:extLst>
          </p:cNvPr>
          <p:cNvSpPr/>
          <p:nvPr/>
        </p:nvSpPr>
        <p:spPr>
          <a:xfrm>
            <a:off x="7659305" y="3381715"/>
            <a:ext cx="402020" cy="23016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20D98E64-A477-FFB9-7238-4F86F9E471C6}"/>
              </a:ext>
            </a:extLst>
          </p:cNvPr>
          <p:cNvSpPr/>
          <p:nvPr/>
        </p:nvSpPr>
        <p:spPr>
          <a:xfrm>
            <a:off x="9966592" y="2813390"/>
            <a:ext cx="314058" cy="23016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627543F-36CE-218C-A78C-5A5708B03132}"/>
              </a:ext>
            </a:extLst>
          </p:cNvPr>
          <p:cNvSpPr/>
          <p:nvPr/>
        </p:nvSpPr>
        <p:spPr>
          <a:xfrm>
            <a:off x="10324810" y="2723283"/>
            <a:ext cx="892175" cy="410442"/>
          </a:xfrm>
          <a:prstGeom prst="rect">
            <a:avLst/>
          </a:prstGeom>
          <a:solidFill>
            <a:srgbClr val="BDD6EE"/>
          </a:solidFill>
          <a:ln>
            <a:solidFill>
              <a:srgbClr val="677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BF22A3D-3D7E-C898-E427-78916C94F3AB}"/>
              </a:ext>
            </a:extLst>
          </p:cNvPr>
          <p:cNvSpPr/>
          <p:nvPr/>
        </p:nvSpPr>
        <p:spPr>
          <a:xfrm>
            <a:off x="6459688" y="3176494"/>
            <a:ext cx="959808" cy="410442"/>
          </a:xfrm>
          <a:prstGeom prst="rect">
            <a:avLst/>
          </a:prstGeom>
          <a:solidFill>
            <a:srgbClr val="CCE2F1"/>
          </a:solidFill>
          <a:ln>
            <a:solidFill>
              <a:srgbClr val="677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070E112-0BE1-723D-8C0B-E2A0E1CF28EF}"/>
              </a:ext>
            </a:extLst>
          </p:cNvPr>
          <p:cNvSpPr/>
          <p:nvPr/>
        </p:nvSpPr>
        <p:spPr>
          <a:xfrm>
            <a:off x="6459688" y="3719307"/>
            <a:ext cx="959808" cy="410442"/>
          </a:xfrm>
          <a:prstGeom prst="rect">
            <a:avLst/>
          </a:prstGeom>
          <a:solidFill>
            <a:srgbClr val="CCE2F1"/>
          </a:solidFill>
          <a:ln>
            <a:solidFill>
              <a:srgbClr val="6772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箭头: 右弧形 46">
            <a:extLst>
              <a:ext uri="{FF2B5EF4-FFF2-40B4-BE49-F238E27FC236}">
                <a16:creationId xmlns:a16="http://schemas.microsoft.com/office/drawing/2014/main" id="{65D27741-73D4-51C4-282A-DFEF49C52B4B}"/>
              </a:ext>
            </a:extLst>
          </p:cNvPr>
          <p:cNvSpPr/>
          <p:nvPr/>
        </p:nvSpPr>
        <p:spPr>
          <a:xfrm flipV="1">
            <a:off x="8661897" y="1151910"/>
            <a:ext cx="520793" cy="606970"/>
          </a:xfrm>
          <a:prstGeom prst="curvedLeftArrow">
            <a:avLst>
              <a:gd name="adj1" fmla="val 9141"/>
              <a:gd name="adj2" fmla="val 37173"/>
              <a:gd name="adj3" fmla="val 29877"/>
            </a:avLst>
          </a:prstGeom>
          <a:solidFill>
            <a:srgbClr val="DA64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3AD6D5A-975F-FD56-DF91-1BB4EA161FAE}"/>
              </a:ext>
            </a:extLst>
          </p:cNvPr>
          <p:cNvSpPr/>
          <p:nvPr/>
        </p:nvSpPr>
        <p:spPr>
          <a:xfrm>
            <a:off x="3724249" y="2641060"/>
            <a:ext cx="768350" cy="402498"/>
          </a:xfrm>
          <a:prstGeom prst="rect">
            <a:avLst/>
          </a:prstGeom>
          <a:solidFill>
            <a:srgbClr val="FFEB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7EF1ABC-70DF-E90D-770C-E4337448D648}"/>
              </a:ext>
            </a:extLst>
          </p:cNvPr>
          <p:cNvSpPr/>
          <p:nvPr/>
        </p:nvSpPr>
        <p:spPr>
          <a:xfrm>
            <a:off x="4726244" y="2641060"/>
            <a:ext cx="768350" cy="402498"/>
          </a:xfrm>
          <a:prstGeom prst="rect">
            <a:avLst/>
          </a:prstGeom>
          <a:solidFill>
            <a:srgbClr val="FFEB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右中括号 49">
            <a:extLst>
              <a:ext uri="{FF2B5EF4-FFF2-40B4-BE49-F238E27FC236}">
                <a16:creationId xmlns:a16="http://schemas.microsoft.com/office/drawing/2014/main" id="{80ADAAD0-78CD-F9B6-6E64-A2BCF47358E6}"/>
              </a:ext>
            </a:extLst>
          </p:cNvPr>
          <p:cNvSpPr/>
          <p:nvPr/>
        </p:nvSpPr>
        <p:spPr>
          <a:xfrm rot="16200000">
            <a:off x="4522594" y="2064547"/>
            <a:ext cx="173656" cy="979370"/>
          </a:xfrm>
          <a:prstGeom prst="rightBracket">
            <a:avLst>
              <a:gd name="adj" fmla="val 4351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2023D86D-D3DD-EE26-CEFD-340558F1219A}"/>
              </a:ext>
            </a:extLst>
          </p:cNvPr>
          <p:cNvCxnSpPr>
            <a:cxnSpLocks/>
          </p:cNvCxnSpPr>
          <p:nvPr/>
        </p:nvCxnSpPr>
        <p:spPr>
          <a:xfrm>
            <a:off x="10185401" y="1261977"/>
            <a:ext cx="0" cy="295890"/>
          </a:xfrm>
          <a:prstGeom prst="straightConnector1">
            <a:avLst/>
          </a:prstGeom>
          <a:ln>
            <a:solidFill>
              <a:srgbClr val="68242B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95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BA0DC53F-0F75-3CB2-B453-C9176F621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653" y="1744247"/>
            <a:ext cx="7605406" cy="4556411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6F4230B-DE7B-C825-DA6D-6D38046E3731}"/>
              </a:ext>
            </a:extLst>
          </p:cNvPr>
          <p:cNvSpPr/>
          <p:nvPr/>
        </p:nvSpPr>
        <p:spPr>
          <a:xfrm>
            <a:off x="989556" y="488514"/>
            <a:ext cx="8749429" cy="2154477"/>
          </a:xfrm>
          <a:prstGeom prst="roundRect">
            <a:avLst>
              <a:gd name="adj" fmla="val 5620"/>
            </a:avLst>
          </a:prstGeom>
          <a:solidFill>
            <a:schemeClr val="bg1"/>
          </a:solidFill>
          <a:ln w="28575">
            <a:solidFill>
              <a:srgbClr val="FBE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3525918-99F7-0604-BCEE-A8F59BFF284D}"/>
              </a:ext>
            </a:extLst>
          </p:cNvPr>
          <p:cNvSpPr/>
          <p:nvPr/>
        </p:nvSpPr>
        <p:spPr>
          <a:xfrm>
            <a:off x="989556" y="488514"/>
            <a:ext cx="8749429" cy="400833"/>
          </a:xfrm>
          <a:prstGeom prst="roundRect">
            <a:avLst>
              <a:gd name="adj" fmla="val 33854"/>
            </a:avLst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BE036E-4326-0470-FAAA-69D794B888DA}"/>
              </a:ext>
            </a:extLst>
          </p:cNvPr>
          <p:cNvSpPr/>
          <p:nvPr/>
        </p:nvSpPr>
        <p:spPr>
          <a:xfrm>
            <a:off x="1202499" y="1177447"/>
            <a:ext cx="2285999" cy="1133605"/>
          </a:xfrm>
          <a:prstGeom prst="rect">
            <a:avLst/>
          </a:prstGeom>
          <a:solidFill>
            <a:schemeClr val="bg1"/>
          </a:solidFill>
          <a:ln>
            <a:solidFill>
              <a:srgbClr val="FBE5D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CFD7AB-3F43-0BF8-51B7-16442B0C2090}"/>
              </a:ext>
            </a:extLst>
          </p:cNvPr>
          <p:cNvSpPr/>
          <p:nvPr/>
        </p:nvSpPr>
        <p:spPr>
          <a:xfrm>
            <a:off x="4041732" y="1177445"/>
            <a:ext cx="2647167" cy="1133605"/>
          </a:xfrm>
          <a:prstGeom prst="rect">
            <a:avLst/>
          </a:prstGeom>
          <a:solidFill>
            <a:schemeClr val="bg1"/>
          </a:solidFill>
          <a:ln>
            <a:solidFill>
              <a:srgbClr val="FBE5D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54C13B-3A31-C77F-8D14-3A8705123C2F}"/>
              </a:ext>
            </a:extLst>
          </p:cNvPr>
          <p:cNvSpPr/>
          <p:nvPr/>
        </p:nvSpPr>
        <p:spPr>
          <a:xfrm>
            <a:off x="7242133" y="1177445"/>
            <a:ext cx="2285999" cy="1133605"/>
          </a:xfrm>
          <a:prstGeom prst="rect">
            <a:avLst/>
          </a:prstGeom>
          <a:solidFill>
            <a:schemeClr val="bg1"/>
          </a:solidFill>
          <a:ln>
            <a:solidFill>
              <a:srgbClr val="FBE5D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102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</Words>
  <Application>Microsoft Office PowerPoint</Application>
  <PresentationFormat>宽屏</PresentationFormat>
  <Paragraphs>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Kaice Wang</dc:creator>
  <cp:lastModifiedBy>Kaice Wang</cp:lastModifiedBy>
  <cp:revision>3</cp:revision>
  <dcterms:created xsi:type="dcterms:W3CDTF">2026-01-21T06:14:44Z</dcterms:created>
  <dcterms:modified xsi:type="dcterms:W3CDTF">2026-01-21T09:42:41Z</dcterms:modified>
</cp:coreProperties>
</file>